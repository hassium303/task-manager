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Manager — Презентация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Консольное приложение для управления задачами</a:t>
            </a:r>
          </a:p>
          <a:p>
            <a:pPr>
              <a:defRPr sz="2000"/>
            </a:pPr>
            <a:r>
              <a:t>C# / .NET 8 /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Создать удобный инструмент для управления задачами, разделами и дедлайнами.</a:t>
            </a:r>
          </a:p>
          <a:p>
            <a:pPr>
              <a:defRPr sz="2000"/>
            </a:pPr>
            <a:r>
              <a:t>Обеспечить простоту, универсальность и кроссплатформенность.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Управление задачами необходимо каждому человеку</a:t>
            </a:r>
          </a:p>
          <a:p>
            <a:pPr>
              <a:defRPr sz="2000"/>
            </a:pPr>
            <a:r>
              <a:t>• Лёгкое, быстрое и универсальное приложение</a:t>
            </a:r>
          </a:p>
          <a:p>
            <a:pPr>
              <a:defRPr sz="2000"/>
            </a:pPr>
            <a:r>
              <a:t>• Работает без интернета и баз данных</a:t>
            </a:r>
          </a:p>
          <a:p>
            <a:pPr>
              <a:defRPr sz="2000"/>
            </a:pPr>
            <a:r>
              <a:t>• Подходит для учёбы, работы и личного использования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Добавление задач</a:t>
            </a:r>
          </a:p>
          <a:p>
            <a:pPr>
              <a:defRPr sz="2000"/>
            </a:pPr>
            <a:r>
              <a:t>• Удаление задач</a:t>
            </a:r>
          </a:p>
          <a:p>
            <a:pPr>
              <a:defRPr sz="2000"/>
            </a:pPr>
            <a:r>
              <a:t>• Создание/удаление разделов</a:t>
            </a:r>
          </a:p>
          <a:p>
            <a:pPr>
              <a:defRPr sz="2000"/>
            </a:pPr>
            <a:r>
              <a:t>• Переключение между разделами</a:t>
            </a:r>
          </a:p>
          <a:p>
            <a:pPr>
              <a:defRPr sz="2000"/>
            </a:pPr>
            <a:r>
              <a:t>• Дедлайны</a:t>
            </a:r>
          </a:p>
          <a:p>
            <a:pPr>
              <a:defRPr sz="2000"/>
            </a:pPr>
            <a:r>
              <a:t>• Хранение в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Ключевые классы:</a:t>
            </a:r>
          </a:p>
          <a:p>
            <a:pPr>
              <a:defRPr sz="2000"/>
            </a:pPr>
            <a:r>
              <a:t>• Task — описание задачи</a:t>
            </a:r>
          </a:p>
          <a:p>
            <a:pPr>
              <a:defRPr sz="2000"/>
            </a:pPr>
            <a:r>
              <a:t>• Section — раздел, содержащий задачи</a:t>
            </a:r>
          </a:p>
          <a:p>
            <a:pPr>
              <a:defRPr sz="2000"/>
            </a:pPr>
            <a:r>
              <a:t>• ConsoleManager — логика интерфейса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Архитектура MVC-lite:</a:t>
            </a:r>
          </a:p>
          <a:p>
            <a:pPr>
              <a:defRPr sz="2000"/>
            </a:pPr>
            <a:r>
              <a:t>• Model — Task, Section</a:t>
            </a:r>
          </a:p>
          <a:p>
            <a:pPr>
              <a:defRPr sz="2000"/>
            </a:pPr>
            <a:r>
              <a:t>• Controller — ConsoleManager</a:t>
            </a:r>
          </a:p>
          <a:p>
            <a:pPr>
              <a:defRPr sz="2000"/>
            </a:pPr>
            <a:r>
              <a:t>• View — вывод в консоль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Язык программирования C#</a:t>
            </a:r>
          </a:p>
          <a:p>
            <a:pPr>
              <a:defRPr sz="2000"/>
            </a:pPr>
            <a:r>
              <a:t>• Платформа .NET 8</a:t>
            </a:r>
          </a:p>
          <a:p>
            <a:pPr>
              <a:defRPr sz="2000"/>
            </a:pPr>
            <a:r>
              <a:t>• JsonSerializer для хранения данных</a:t>
            </a:r>
          </a:p>
          <a:p>
            <a:pPr>
              <a:defRPr sz="2000"/>
            </a:pPr>
            <a:r>
              <a:t>• ООП: инкапсуляция, абстракция</a:t>
            </a:r>
          </a:p>
          <a:p>
            <a:pPr>
              <a:defRPr sz="2000"/>
            </a:pPr>
            <a:r>
              <a:t>• Структуры данных: List&lt;T&gt;, DateOnly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Особенности реализации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Полная кроссплатформенность</a:t>
            </a:r>
          </a:p>
          <a:p>
            <a:pPr>
              <a:defRPr sz="2000"/>
            </a:pPr>
            <a:r>
              <a:t>• Разнесение логики по файлам</a:t>
            </a:r>
          </a:p>
          <a:p>
            <a:pPr>
              <a:defRPr sz="2000"/>
            </a:pPr>
            <a:r>
              <a:t>• Простота чтения кода</a:t>
            </a:r>
          </a:p>
          <a:p>
            <a:pPr>
              <a:defRPr sz="2000"/>
            </a:pPr>
            <a:r>
              <a:t>• Возможность быстрого масштабирования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Проверены сценарии:</a:t>
            </a:r>
          </a:p>
          <a:p>
            <a:pPr>
              <a:defRPr sz="2000"/>
            </a:pPr>
            <a:r>
              <a:t>• Добавление задач</a:t>
            </a:r>
          </a:p>
          <a:p>
            <a:pPr>
              <a:defRPr sz="2000"/>
            </a:pPr>
            <a:r>
              <a:t>• Удаление задач</a:t>
            </a:r>
          </a:p>
          <a:p>
            <a:pPr>
              <a:defRPr sz="2000"/>
            </a:pPr>
            <a:r>
              <a:t>• Создание и удаление разделов</a:t>
            </a:r>
          </a:p>
          <a:p>
            <a:pPr>
              <a:defRPr sz="2000"/>
            </a:pPr>
            <a:r>
              <a:t>• Загрузка и сохранение JSON</a:t>
            </a:r>
          </a:p>
          <a:p>
            <a:pPr>
              <a:defRPr sz="2000"/>
            </a:pPr>
            <a:r>
              <a:t>• Обработка неверных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Практическая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Применение:</a:t>
            </a:r>
          </a:p>
          <a:p>
            <a:pPr>
              <a:defRPr sz="2000"/>
            </a:pPr>
            <a:r>
              <a:t>• Учеба — домашние задания и дедлайны</a:t>
            </a:r>
          </a:p>
          <a:p>
            <a:pPr>
              <a:defRPr sz="2000"/>
            </a:pPr>
            <a:r>
              <a:t>• Работа — планирование задач</a:t>
            </a:r>
          </a:p>
          <a:p>
            <a:pPr>
              <a:defRPr sz="2000"/>
            </a:pPr>
            <a:r>
              <a:t>• Личная жизнь — цели, заметки, список дел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Минимальные требования — .NET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Потенциал для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GUI интерфейс (Avalonia/WPF/MAUI)</a:t>
            </a:r>
          </a:p>
          <a:p>
            <a:pPr>
              <a:defRPr sz="2000"/>
            </a:pPr>
            <a:r>
              <a:t>• Поиск и сортировка задач</a:t>
            </a:r>
          </a:p>
          <a:p>
            <a:pPr>
              <a:defRPr sz="2000"/>
            </a:pPr>
            <a:r>
              <a:t>• Экспорт в CSV/Excel</a:t>
            </a:r>
          </a:p>
          <a:p>
            <a:pPr>
              <a:defRPr sz="2000"/>
            </a:pPr>
            <a:r>
              <a:t>• Telegram‑бот с уведомлениями</a:t>
            </a:r>
          </a:p>
          <a:p>
            <a:pPr>
              <a:defRPr sz="2000"/>
            </a:pPr>
            <a:r>
              <a:t>• Хранение в SQLite или PostgreSQL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Program.cs — входная точка</a:t>
            </a:r>
          </a:p>
          <a:p>
            <a:pPr>
              <a:defRPr sz="2000"/>
            </a:pPr>
            <a:r>
              <a:t>• Program.meth.cs — служебные методы</a:t>
            </a:r>
          </a:p>
          <a:p>
            <a:pPr>
              <a:defRPr sz="2000"/>
            </a:pPr>
            <a:r>
              <a:t>• SectionAndTasks.cs — модели</a:t>
            </a:r>
          </a:p>
          <a:p>
            <a:pPr>
              <a:defRPr sz="2000"/>
            </a:pPr>
            <a:r>
              <a:t>• DataBase.json — база данных</a:t>
            </a:r>
          </a:p>
          <a:p>
            <a:pPr>
              <a:defRPr sz="2000"/>
            </a:pPr>
            <a:r>
              <a:t>• README.md, документация, отчёт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Проект полностью реализует поставленные задачи.</a:t>
            </a:r>
          </a:p>
          <a:p>
            <a:pPr>
              <a:defRPr sz="2000"/>
            </a:pPr>
            <a:r>
              <a:t>Он простой, расширяемый, понятный и полезный.</a:t>
            </a:r>
          </a:p>
          <a:p>
            <a:pPr>
              <a:defRPr sz="2000"/>
            </a:pPr>
            <a:r>
              <a:t>В дальнейшем может стать основой крупного приложения.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